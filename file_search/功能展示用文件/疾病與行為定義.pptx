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必有酸菜魚可吃 大難不死" userId="88efaf68a826ffee" providerId="LiveId" clId="{281F9429-6FED-4314-9C81-F3B46EEAB593}"/>
    <pc:docChg chg="modSld">
      <pc:chgData name="必有酸菜魚可吃 大難不死" userId="88efaf68a826ffee" providerId="LiveId" clId="{281F9429-6FED-4314-9C81-F3B46EEAB593}" dt="2026-06-03T10:13:14.022" v="0" actId="1076"/>
      <pc:docMkLst>
        <pc:docMk/>
      </pc:docMkLst>
      <pc:sldChg chg="modSp mod">
        <pc:chgData name="必有酸菜魚可吃 大難不死" userId="88efaf68a826ffee" providerId="LiveId" clId="{281F9429-6FED-4314-9C81-F3B46EEAB593}" dt="2026-06-03T10:13:14.022" v="0" actId="1076"/>
        <pc:sldMkLst>
          <pc:docMk/>
          <pc:sldMk cId="658098591" sldId="262"/>
        </pc:sldMkLst>
        <pc:graphicFrameChg chg="mod">
          <ac:chgData name="必有酸菜魚可吃 大難不死" userId="88efaf68a826ffee" providerId="LiveId" clId="{281F9429-6FED-4314-9C81-F3B46EEAB593}" dt="2026-06-03T10:13:14.022" v="0" actId="1076"/>
          <ac:graphicFrameMkLst>
            <pc:docMk/>
            <pc:sldMk cId="658098591" sldId="262"/>
            <ac:graphicFrameMk id="4" creationId="{4D0B2AFD-E50D-658D-9949-0CE5D141D9AE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9833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32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862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2043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7024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5649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6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694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089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9189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678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358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2908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4661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151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217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9CAA6-7253-4532-B94E-42CE6A595A74}" type="datetimeFigureOut">
              <a:rPr lang="zh-TW" altLang="en-US" smtClean="0"/>
              <a:t>2026/10/4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F938113-A5F6-4B67-9CB5-4504B12816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364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FBB4FEE-55BC-9F5C-CF92-5F1D05F19722}"/>
              </a:ext>
            </a:extLst>
          </p:cNvPr>
          <p:cNvSpPr txBox="1"/>
          <p:nvPr/>
        </p:nvSpPr>
        <p:spPr>
          <a:xfrm>
            <a:off x="5792001" y="101409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280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目錄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C910C45-660F-5096-B1AC-EE77763E029D}"/>
              </a:ext>
            </a:extLst>
          </p:cNvPr>
          <p:cNvSpPr txBox="1"/>
          <p:nvPr/>
        </p:nvSpPr>
        <p:spPr>
          <a:xfrm>
            <a:off x="1282337" y="1648548"/>
            <a:ext cx="61003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關鍵點選擇與註釋	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疾病定義	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行為與關鍵點對應	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資料集分布	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系統流程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6.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模型測試</a:t>
            </a:r>
          </a:p>
        </p:txBody>
      </p:sp>
    </p:spTree>
    <p:extLst>
      <p:ext uri="{BB962C8B-B14F-4D97-AF65-F5344CB8AC3E}">
        <p14:creationId xmlns:p14="http://schemas.microsoft.com/office/powerpoint/2010/main" val="1840484277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</TotalTime>
  <Words>9</Words>
  <Application>Microsoft Office PowerPoint</Application>
  <PresentationFormat>寬螢幕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微軟正黑體</vt:lpstr>
      <vt:lpstr>標楷體</vt:lpstr>
      <vt:lpstr>Arial</vt:lpstr>
      <vt:lpstr>Trebuchet MS</vt:lpstr>
      <vt:lpstr>Wingdings 3</vt:lpstr>
      <vt:lpstr>多面向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必有酸菜魚可吃 大難不死</dc:creator>
  <cp:lastModifiedBy>必有酸菜魚可吃 大難不死</cp:lastModifiedBy>
  <cp:revision>3</cp:revision>
  <dcterms:created xsi:type="dcterms:W3CDTF">2026-01-08T06:25:58Z</dcterms:created>
  <dcterms:modified xsi:type="dcterms:W3CDTF">2026-10-04T09:28:24Z</dcterms:modified>
</cp:coreProperties>
</file>